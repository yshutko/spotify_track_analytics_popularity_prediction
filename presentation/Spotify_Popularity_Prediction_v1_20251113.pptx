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Spotify Track Analytics &amp; Popularity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+ Streamlit | Based on YShutko's GitHub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Streaming platforms depend on recommender systems.</a:t>
            </a:r>
          </a:p>
          <a:p>
            <a:pPr/>
            <a:r>
              <a:t>Artists and producers want to understand what makes a song popular.</a:t>
            </a:r>
          </a:p>
          <a:p>
            <a:pPr/>
            <a:r>
              <a:t>Data science can reveal measurable trends in music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≈114,000 tracks, 125 genres (Kaggle dataset).</a:t>
            </a:r>
          </a:p>
          <a:p>
            <a:pPr/>
            <a:r>
              <a:t>Audio features: danceability, energy, valence, loudness, tempo, etc.</a:t>
            </a:r>
          </a:p>
          <a:p>
            <a:pPr/>
            <a:r>
              <a:t>Metadata: artist, genre, explicit, duration, release year.</a:t>
            </a:r>
          </a:p>
          <a:p>
            <a:pPr/>
            <a:r>
              <a:t>Target: popularity (0–100).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Popularity moderately correlates with energy and danceability.</a:t>
            </a:r>
          </a:p>
          <a:p>
            <a:pPr/>
            <a:r>
              <a:t>Explicit songs trend slightly less popular.</a:t>
            </a:r>
          </a:p>
          <a:p>
            <a:pPr/>
            <a:r>
              <a:t>Mid-length tracks (3–4 minutes) perform best.</a:t>
            </a:r>
          </a:p>
          <a:p>
            <a:pPr/>
            <a:r>
              <a:t>Pop and hip-hop dominate top genres.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Goal: Predict song popularity (regression).</a:t>
            </a:r>
          </a:p>
          <a:p>
            <a:pPr/>
            <a:r>
              <a:t>Preprocessing: Scaling, encoding, feature cleaning.</a:t>
            </a:r>
          </a:p>
          <a:p>
            <a:pPr/>
            <a:r>
              <a:t>Models tested: Linear Regression, Random Forest, XGBoost.</a:t>
            </a:r>
          </a:p>
          <a:p>
            <a:pPr/>
            <a:r>
              <a:t>Metrics: R², RMSE, feature importance.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Linear Regression → R² = 0.25 (underfits).</a:t>
            </a:r>
          </a:p>
          <a:p>
            <a:pPr/>
            <a:r>
              <a:t>Random Forest → R² = 0.36 (better).</a:t>
            </a:r>
          </a:p>
          <a:p>
            <a:pPr/>
            <a:r>
              <a:t>XGBoost → R² = 0.39, RMSE = 17.4 (best).</a:t>
            </a:r>
          </a:p>
          <a:p>
            <a:pPr/>
            <a:r>
              <a:t>Explains ~39% of variance — moderate predictive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Predictors (XGBoost)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Genre</a:t>
            </a:r>
          </a:p>
          <a:p>
            <a:pPr/>
            <a:r>
              <a:t>2. Duration</a:t>
            </a:r>
          </a:p>
          <a:p>
            <a:pPr/>
            <a:r>
              <a:t>3. Explicit flag</a:t>
            </a:r>
          </a:p>
          <a:p>
            <a:pPr/>
            <a:r>
              <a:t>4. Energy</a:t>
            </a:r>
          </a:p>
          <a:p>
            <a:pPr/>
            <a:r>
              <a:t>5. Danceability</a:t>
            </a:r>
          </a:p>
          <a:p>
            <a:pPr/>
            <a:r>
              <a:t>Weaker predictors: acousticness, valence, instrumentalness.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Removed redundant and low-variance features.</a:t>
            </a:r>
          </a:p>
          <a:p>
            <a:pPr/>
            <a:r>
              <a:t>Applied correlation checks to drop weak predictors.</a:t>
            </a:r>
          </a:p>
          <a:p>
            <a:pPr/>
            <a:r>
              <a:t>Focused on audio + genre combinations.</a:t>
            </a:r>
          </a:p>
          <a:p>
            <a:pPr/>
            <a:r>
              <a:t>Improved interpretability without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R² = 0.39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39% of popularity variance explained by musical features.</a:t>
            </a:r>
          </a:p>
          <a:p>
            <a:pPr/>
            <a:r>
              <a:t>61% unexplained — likely social or marketing influences.</a:t>
            </a:r>
          </a:p>
          <a:p>
            <a:pPr/>
            <a:r>
              <a:t>Model identifies patterns, not viral or cultural effects.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Interactive tool for exploring features and predicting popularity.</a:t>
            </a:r>
          </a:p>
          <a:p>
            <a:pPr/>
            <a:r>
              <a:t>Upload your own dataset or use demo data.</a:t>
            </a:r>
          </a:p>
          <a:p>
            <a:pPr/>
            <a:r>
              <a:t>Visualize correlations, model metrics, and predictions in real-time.</a:t>
            </a:r>
          </a:p>
          <a:p>
            <a:pPr/>
            <a:r>
              <a:t>Frontend: Streamlit + trained XGBoost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Home: Project overview and instructions.</a:t>
            </a:r>
          </a:p>
          <a:p>
            <a:pPr/>
            <a:r>
              <a:t>Data Exploration: Correlations and heatmaps.</a:t>
            </a:r>
          </a:p>
          <a:p>
            <a:pPr/>
            <a:r>
              <a:t>Model Insights: Feature importance, results, metrics.</a:t>
            </a:r>
          </a:p>
          <a:p>
            <a:pPr/>
            <a:r>
              <a:t>Prediction Tool: Input new song attributes and predict popularity.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Popularity is influenced by non-musical factors.</a:t>
            </a:r>
          </a:p>
          <a:p>
            <a:pPr/>
            <a:r>
              <a:t>Genre encoding and missing metadata posed difficulties.</a:t>
            </a:r>
          </a:p>
          <a:p>
            <a:pPr/>
            <a:r>
              <a:t>Learned that genre and energy are most consistent predictors.</a:t>
            </a:r>
          </a:p>
          <a:p>
            <a:pPr/>
            <a:r>
              <a:t>Visualization helps bridge ML insights and music understanding.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Integrate artist-level data (followers, playlists).</a:t>
            </a:r>
          </a:p>
          <a:p>
            <a:pPr/>
            <a:r>
              <a:t>Use deep learning (CNN/RNN) on raw audio.</a:t>
            </a:r>
          </a:p>
          <a:p>
            <a:pPr/>
            <a:r>
              <a:t>Add SHAP interpretability visualizations.</a:t>
            </a:r>
          </a:p>
          <a:p>
            <a:pPr/>
            <a:r>
              <a:t>Enhance Streamlit for live Spotify API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 ML pipeline: EDA → Model → Visualization → Deployment.</a:t>
            </a:r>
          </a:p>
          <a:p>
            <a:pPr/>
            <a:r>
              <a:t>R² = 0.39 indicates moderate predictive performance.</a:t>
            </a:r>
          </a:p>
          <a:p>
            <a:pPr/>
            <a:r>
              <a:t>Streamlit app makes insights interactive and accessible.</a:t>
            </a:r>
          </a:p>
          <a:p>
            <a:pPr/>
            <a:r>
              <a:t>ML helps identify trends but not fully predict human taste.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